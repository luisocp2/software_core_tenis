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990600" cy="914400"/>
  <p:notesSz cx="990600" cy="914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771" y="267716"/>
            <a:ext cx="847407" cy="1813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9542" y="483616"/>
            <a:ext cx="697865" cy="21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847" y="198628"/>
            <a:ext cx="433673" cy="569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3429" y="198628"/>
            <a:ext cx="433673" cy="569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295" y="12827"/>
            <a:ext cx="545078" cy="8172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847" y="34544"/>
            <a:ext cx="897255" cy="1381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847" y="198628"/>
            <a:ext cx="897255" cy="569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8963" y="803148"/>
            <a:ext cx="319024" cy="43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847" y="803148"/>
            <a:ext cx="229298" cy="43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17804" y="803148"/>
            <a:ext cx="229298" cy="43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181" y="666308"/>
            <a:ext cx="426084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SIMB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72634" y="666308"/>
            <a:ext cx="40767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20" b="1">
                <a:solidFill>
                  <a:srgbClr val="FFFFFF"/>
                </a:solidFill>
                <a:latin typeface="Calibri"/>
                <a:cs typeface="Calibri"/>
              </a:rPr>
              <a:t>ST</a:t>
            </a:r>
            <a:r>
              <a:rPr dirty="0" sz="1150" spc="-20" b="1">
                <a:solidFill>
                  <a:srgbClr val="FFFFFF"/>
                </a:solidFill>
                <a:latin typeface="Calibri"/>
                <a:cs typeface="Calibri"/>
              </a:rPr>
              <a:t>ORE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ARTES</dc:creator>
  <dc:title>caja blast store 2025.cdr</dc:title>
  <dcterms:created xsi:type="dcterms:W3CDTF">2025-04-26T02:47:43Z</dcterms:created>
  <dcterms:modified xsi:type="dcterms:W3CDTF">2025-04-26T02:47:43Z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2025-04-08T00:00:00Z</vt:filetime>
  </property>
  <property fmtid="{D5CDD505-2E9C-101B-9397-08002B2CF9AE}" pid="3" name="Creator">
    <vt:lpwstr>CorelDRAW 2022</vt:lpwstr>
  </property>
  <property fmtid="{D5CDD505-2E9C-101B-9397-08002B2CF9AE}" pid="4" name="LastSaved">
    <vt:filetime>2025-04-26T00:00:00Z</vt:filetime>
  </property>
  <property fmtid="{D5CDD505-2E9C-101B-9397-08002B2CF9AE}" pid="5" name="Producer">
    <vt:lpwstr>Corel PDF Engine Version 24.0.0.301</vt:lpwstr>
  </property>
</Properties>
</file>